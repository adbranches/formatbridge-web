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The Evolution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Communication in the 21st Century</a:t>
            </a:r>
          </a:p>
          <a:p>
            <a:r>
              <a:t>Characteristics and Lessons Learnt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Communication has rapidly evolved due to digital technologies and the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Before the 21st Century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Communication relied on letters, radio, newspapers, and television.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Digital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The rise of the internet and smartphones changed how people connect.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Speed and Immediacy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Messages are delivered instantly across the globe.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Global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Geographical barriers have been removed.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Communication is now two-way with immediate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Text, images, audio, and video enhance understanding.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Platforms enable fast information sharing and networking.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Efficiency, accessibility, and global connection.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Misinformation, privacy issues, and digital addiction.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Lessons Learnt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Responsible and ethical communication is essential.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Face-to-Face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Human interaction remains important.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/>
            </a:pPr>
            <a:r>
              <a:t>Balance technology with responsible communication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The Evolution of Communication</vt:lpstr>
      <vt:lpstr>Introduction</vt:lpstr>
      <vt:lpstr>Before the 21st Century</vt:lpstr>
      <vt:lpstr>Digital Transformation</vt:lpstr>
      <vt:lpstr>Speed and Immediacy</vt:lpstr>
      <vt:lpstr>Global Reach</vt:lpstr>
      <vt:lpstr>Interactivity</vt:lpstr>
      <vt:lpstr>Multimedia</vt:lpstr>
      <vt:lpstr>Social Media</vt:lpstr>
      <vt:lpstr>Advantages</vt:lpstr>
      <vt:lpstr>Challenges</vt:lpstr>
      <vt:lpstr>Lessons Learnt</vt:lpstr>
      <vt:lpstr>Face-to-Face Value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Edwin  Kambale</dc:creator>
  <cp:keywords/>
  <dc:description>generated using python-pptx</dc:description>
  <cp:lastModifiedBy>Edwin  Kambale</cp:lastModifiedBy>
  <cp:revision>2</cp:revision>
  <dcterms:created xsi:type="dcterms:W3CDTF">2026-05-05T09:10:02Z</dcterms:created>
  <dcterms:modified xsi:type="dcterms:W3CDTF">2026-05-05T09:13:42Z</dcterms:modified>
  <cp:category/>
</cp:coreProperties>
</file>